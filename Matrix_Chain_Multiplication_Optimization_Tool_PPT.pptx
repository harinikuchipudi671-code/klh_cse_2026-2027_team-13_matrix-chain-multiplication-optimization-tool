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9" r:id="rId9"/>
    <p:sldId id="267" r:id="rId10"/>
    <p:sldId id="270" r:id="rId11"/>
    <p:sldId id="266" r:id="rId12"/>
    <p:sldId id="260" r:id="rId13"/>
    <p:sldId id="262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73FFED-4093-4D94-BA4E-6C49A2AEA92F}" v="6" dt="2026-09-28T07:09:36.4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chipudiharini671@outlook.com" userId="9ad6786e19f0ceb9" providerId="LiveId" clId="{07EB8595-7C3B-4CD9-9EE2-EC36AFFF2EBA}"/>
    <pc:docChg chg="undo custSel addSld modSld">
      <pc:chgData name="kuchipudiharini671@outlook.com" userId="9ad6786e19f0ceb9" providerId="LiveId" clId="{07EB8595-7C3B-4CD9-9EE2-EC36AFFF2EBA}" dt="2026-09-28T07:11:36.788" v="390" actId="1076"/>
      <pc:docMkLst>
        <pc:docMk/>
      </pc:docMkLst>
      <pc:sldChg chg="modSp mod">
        <pc:chgData name="kuchipudiharini671@outlook.com" userId="9ad6786e19f0ceb9" providerId="LiveId" clId="{07EB8595-7C3B-4CD9-9EE2-EC36AFFF2EBA}" dt="2026-09-28T07:00:41.454" v="233" actId="113"/>
        <pc:sldMkLst>
          <pc:docMk/>
          <pc:sldMk cId="0" sldId="256"/>
        </pc:sldMkLst>
        <pc:spChg chg="mod">
          <ac:chgData name="kuchipudiharini671@outlook.com" userId="9ad6786e19f0ceb9" providerId="LiveId" clId="{07EB8595-7C3B-4CD9-9EE2-EC36AFFF2EBA}" dt="2026-09-28T07:00:41.454" v="233" actId="113"/>
          <ac:spMkLst>
            <pc:docMk/>
            <pc:sldMk cId="0" sldId="256"/>
            <ac:spMk id="2" creationId="{00000000-0000-0000-0000-000000000000}"/>
          </ac:spMkLst>
        </pc:spChg>
        <pc:spChg chg="mod">
          <ac:chgData name="kuchipudiharini671@outlook.com" userId="9ad6786e19f0ceb9" providerId="LiveId" clId="{07EB8595-7C3B-4CD9-9EE2-EC36AFFF2EBA}" dt="2026-09-28T07:00:24.784" v="232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kuchipudiharini671@outlook.com" userId="9ad6786e19f0ceb9" providerId="LiveId" clId="{07EB8595-7C3B-4CD9-9EE2-EC36AFFF2EBA}" dt="2026-09-28T07:11:27.858" v="389"/>
        <pc:sldMkLst>
          <pc:docMk/>
          <pc:sldMk cId="0" sldId="257"/>
        </pc:sldMkLst>
        <pc:spChg chg="add del mod">
          <ac:chgData name="kuchipudiharini671@outlook.com" userId="9ad6786e19f0ceb9" providerId="LiveId" clId="{07EB8595-7C3B-4CD9-9EE2-EC36AFFF2EBA}" dt="2026-09-28T07:02:01.739" v="249"/>
          <ac:spMkLst>
            <pc:docMk/>
            <pc:sldMk cId="0" sldId="257"/>
            <ac:spMk id="2" creationId="{7E9B2389-BF30-3B19-7A48-50E5035E3769}"/>
          </ac:spMkLst>
        </pc:spChg>
        <pc:spChg chg="add del mod">
          <ac:chgData name="kuchipudiharini671@outlook.com" userId="9ad6786e19f0ceb9" providerId="LiveId" clId="{07EB8595-7C3B-4CD9-9EE2-EC36AFFF2EBA}" dt="2026-09-28T07:11:27.858" v="389"/>
          <ac:spMkLst>
            <pc:docMk/>
            <pc:sldMk cId="0" sldId="257"/>
            <ac:spMk id="3" creationId="{3336E1D1-23D2-1F50-E912-A0B4C3E3B963}"/>
          </ac:spMkLst>
        </pc:spChg>
        <pc:spChg chg="add del mod">
          <ac:chgData name="kuchipudiharini671@outlook.com" userId="9ad6786e19f0ceb9" providerId="LiveId" clId="{07EB8595-7C3B-4CD9-9EE2-EC36AFFF2EBA}" dt="2026-09-28T07:09:33.999" v="352"/>
          <ac:spMkLst>
            <pc:docMk/>
            <pc:sldMk cId="0" sldId="257"/>
            <ac:spMk id="5" creationId="{00BD5B8E-FC6F-5116-91E1-7E943A38ED46}"/>
          </ac:spMkLst>
        </pc:spChg>
        <pc:spChg chg="del mod">
          <ac:chgData name="kuchipudiharini671@outlook.com" userId="9ad6786e19f0ceb9" providerId="LiveId" clId="{07EB8595-7C3B-4CD9-9EE2-EC36AFFF2EBA}" dt="2026-09-28T07:01:47.629" v="246" actId="478"/>
          <ac:spMkLst>
            <pc:docMk/>
            <pc:sldMk cId="0" sldId="257"/>
            <ac:spMk id="7" creationId="{1C70C049-38C4-198F-3181-AACE07DE24AE}"/>
          </ac:spMkLst>
        </pc:spChg>
        <pc:spChg chg="del">
          <ac:chgData name="kuchipudiharini671@outlook.com" userId="9ad6786e19f0ceb9" providerId="LiveId" clId="{07EB8595-7C3B-4CD9-9EE2-EC36AFFF2EBA}" dt="2026-09-28T07:01:21.030" v="236" actId="478"/>
          <ac:spMkLst>
            <pc:docMk/>
            <pc:sldMk cId="0" sldId="257"/>
            <ac:spMk id="9" creationId="{CCA499C0-FC38-6642-1E16-B8CFFC9C9314}"/>
          </ac:spMkLst>
        </pc:spChg>
        <pc:spChg chg="add del mod">
          <ac:chgData name="kuchipudiharini671@outlook.com" userId="9ad6786e19f0ceb9" providerId="LiveId" clId="{07EB8595-7C3B-4CD9-9EE2-EC36AFFF2EBA}" dt="2026-09-28T07:09:33.999" v="354"/>
          <ac:spMkLst>
            <pc:docMk/>
            <pc:sldMk cId="0" sldId="257"/>
            <ac:spMk id="10" creationId="{F9CEDA44-A7DC-D34C-8952-61E32C11B6D5}"/>
          </ac:spMkLst>
        </pc:spChg>
        <pc:spChg chg="add del mod">
          <ac:chgData name="kuchipudiharini671@outlook.com" userId="9ad6786e19f0ceb9" providerId="LiveId" clId="{07EB8595-7C3B-4CD9-9EE2-EC36AFFF2EBA}" dt="2026-09-28T07:09:46.037" v="358" actId="478"/>
          <ac:spMkLst>
            <pc:docMk/>
            <pc:sldMk cId="0" sldId="257"/>
            <ac:spMk id="11" creationId="{B30DECE7-11B3-4FB4-C2F6-DE9AED88DA68}"/>
          </ac:spMkLst>
        </pc:spChg>
        <pc:spChg chg="add mod">
          <ac:chgData name="kuchipudiharini671@outlook.com" userId="9ad6786e19f0ceb9" providerId="LiveId" clId="{07EB8595-7C3B-4CD9-9EE2-EC36AFFF2EBA}" dt="2026-09-28T07:11:10.584" v="377" actId="20577"/>
          <ac:spMkLst>
            <pc:docMk/>
            <pc:sldMk cId="0" sldId="257"/>
            <ac:spMk id="13" creationId="{5DA48FDF-A41C-B15D-613A-F328D5F0F9A3}"/>
          </ac:spMkLst>
        </pc:spChg>
      </pc:sldChg>
      <pc:sldChg chg="modSp mod">
        <pc:chgData name="kuchipudiharini671@outlook.com" userId="9ad6786e19f0ceb9" providerId="LiveId" clId="{07EB8595-7C3B-4CD9-9EE2-EC36AFFF2EBA}" dt="2026-09-28T06:48:20.526" v="26" actId="1076"/>
        <pc:sldMkLst>
          <pc:docMk/>
          <pc:sldMk cId="0" sldId="259"/>
        </pc:sldMkLst>
        <pc:spChg chg="mod">
          <ac:chgData name="kuchipudiharini671@outlook.com" userId="9ad6786e19f0ceb9" providerId="LiveId" clId="{07EB8595-7C3B-4CD9-9EE2-EC36AFFF2EBA}" dt="2026-09-28T06:48:20.526" v="26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kuchipudiharini671@outlook.com" userId="9ad6786e19f0ceb9" providerId="LiveId" clId="{07EB8595-7C3B-4CD9-9EE2-EC36AFFF2EBA}" dt="2026-09-28T06:47:04.424" v="23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kuchipudiharini671@outlook.com" userId="9ad6786e19f0ceb9" providerId="LiveId" clId="{07EB8595-7C3B-4CD9-9EE2-EC36AFFF2EBA}" dt="2026-09-28T06:47:13.396" v="24" actId="14100"/>
          <ac:spMkLst>
            <pc:docMk/>
            <pc:sldMk cId="0" sldId="259"/>
            <ac:spMk id="5" creationId="{9ED3ECAF-3D92-15D2-D6FE-268BE26F04FA}"/>
          </ac:spMkLst>
        </pc:spChg>
      </pc:sldChg>
      <pc:sldChg chg="modSp mod">
        <pc:chgData name="kuchipudiharini671@outlook.com" userId="9ad6786e19f0ceb9" providerId="LiveId" clId="{07EB8595-7C3B-4CD9-9EE2-EC36AFFF2EBA}" dt="2026-09-28T07:11:36.788" v="390" actId="1076"/>
        <pc:sldMkLst>
          <pc:docMk/>
          <pc:sldMk cId="0" sldId="261"/>
        </pc:sldMkLst>
        <pc:spChg chg="mod">
          <ac:chgData name="kuchipudiharini671@outlook.com" userId="9ad6786e19f0ceb9" providerId="LiveId" clId="{07EB8595-7C3B-4CD9-9EE2-EC36AFFF2EBA}" dt="2026-09-28T07:11:36.788" v="390" actId="1076"/>
          <ac:spMkLst>
            <pc:docMk/>
            <pc:sldMk cId="0" sldId="261"/>
            <ac:spMk id="5" creationId="{920D8996-297C-0E2A-395C-93BD4EABFE5A}"/>
          </ac:spMkLst>
        </pc:spChg>
      </pc:sldChg>
      <pc:sldChg chg="addSp modSp new mod">
        <pc:chgData name="kuchipudiharini671@outlook.com" userId="9ad6786e19f0ceb9" providerId="LiveId" clId="{07EB8595-7C3B-4CD9-9EE2-EC36AFFF2EBA}" dt="2026-09-28T06:50:32.573" v="80" actId="1076"/>
        <pc:sldMkLst>
          <pc:docMk/>
          <pc:sldMk cId="1206673002" sldId="269"/>
        </pc:sldMkLst>
        <pc:spChg chg="add mod">
          <ac:chgData name="kuchipudiharini671@outlook.com" userId="9ad6786e19f0ceb9" providerId="LiveId" clId="{07EB8595-7C3B-4CD9-9EE2-EC36AFFF2EBA}" dt="2026-09-28T06:50:32.573" v="80" actId="1076"/>
          <ac:spMkLst>
            <pc:docMk/>
            <pc:sldMk cId="1206673002" sldId="269"/>
            <ac:spMk id="3" creationId="{7E5FBD2C-4313-D336-06AD-DF03734CD4D6}"/>
          </ac:spMkLst>
        </pc:spChg>
        <pc:spChg chg="add mod">
          <ac:chgData name="kuchipudiharini671@outlook.com" userId="9ad6786e19f0ceb9" providerId="LiveId" clId="{07EB8595-7C3B-4CD9-9EE2-EC36AFFF2EBA}" dt="2026-09-28T06:49:34.927" v="73" actId="14100"/>
          <ac:spMkLst>
            <pc:docMk/>
            <pc:sldMk cId="1206673002" sldId="269"/>
            <ac:spMk id="5" creationId="{6FA27708-4354-7B77-A405-2F110C47EEDF}"/>
          </ac:spMkLst>
        </pc:spChg>
      </pc:sldChg>
      <pc:sldChg chg="addSp delSp modSp new mod">
        <pc:chgData name="kuchipudiharini671@outlook.com" userId="9ad6786e19f0ceb9" providerId="LiveId" clId="{07EB8595-7C3B-4CD9-9EE2-EC36AFFF2EBA}" dt="2026-09-28T06:54:32.245" v="127" actId="1076"/>
        <pc:sldMkLst>
          <pc:docMk/>
          <pc:sldMk cId="2886085080" sldId="270"/>
        </pc:sldMkLst>
        <pc:spChg chg="add del mod">
          <ac:chgData name="kuchipudiharini671@outlook.com" userId="9ad6786e19f0ceb9" providerId="LiveId" clId="{07EB8595-7C3B-4CD9-9EE2-EC36AFFF2EBA}" dt="2026-09-28T06:50:27.536" v="79"/>
          <ac:spMkLst>
            <pc:docMk/>
            <pc:sldMk cId="2886085080" sldId="270"/>
            <ac:spMk id="3" creationId="{9C8CF9B1-3DCA-4720-D18D-74DD835443D6}"/>
          </ac:spMkLst>
        </pc:spChg>
        <pc:spChg chg="add mod">
          <ac:chgData name="kuchipudiharini671@outlook.com" userId="9ad6786e19f0ceb9" providerId="LiveId" clId="{07EB8595-7C3B-4CD9-9EE2-EC36AFFF2EBA}" dt="2026-09-28T06:51:03.965" v="91" actId="1076"/>
          <ac:spMkLst>
            <pc:docMk/>
            <pc:sldMk cId="2886085080" sldId="270"/>
            <ac:spMk id="5" creationId="{A5609C33-C8C6-EADB-F522-50FF5B8ADF18}"/>
          </ac:spMkLst>
        </pc:spChg>
        <pc:spChg chg="add del mod">
          <ac:chgData name="kuchipudiharini671@outlook.com" userId="9ad6786e19f0ceb9" providerId="LiveId" clId="{07EB8595-7C3B-4CD9-9EE2-EC36AFFF2EBA}" dt="2026-09-28T06:51:41.384" v="95"/>
          <ac:spMkLst>
            <pc:docMk/>
            <pc:sldMk cId="2886085080" sldId="270"/>
            <ac:spMk id="7" creationId="{960300CB-C0C0-7043-7E2C-FE7BFEF15431}"/>
          </ac:spMkLst>
        </pc:spChg>
        <pc:picChg chg="add mod">
          <ac:chgData name="kuchipudiharini671@outlook.com" userId="9ad6786e19f0ceb9" providerId="LiveId" clId="{07EB8595-7C3B-4CD9-9EE2-EC36AFFF2EBA}" dt="2026-09-28T06:54:15.594" v="120" actId="1076"/>
          <ac:picMkLst>
            <pc:docMk/>
            <pc:sldMk cId="2886085080" sldId="270"/>
            <ac:picMk id="9" creationId="{D976DAD0-8315-016A-2B44-202579BA43BE}"/>
          </ac:picMkLst>
        </pc:picChg>
        <pc:picChg chg="add mod">
          <ac:chgData name="kuchipudiharini671@outlook.com" userId="9ad6786e19f0ceb9" providerId="LiveId" clId="{07EB8595-7C3B-4CD9-9EE2-EC36AFFF2EBA}" dt="2026-09-28T06:54:28.142" v="124" actId="1076"/>
          <ac:picMkLst>
            <pc:docMk/>
            <pc:sldMk cId="2886085080" sldId="270"/>
            <ac:picMk id="11" creationId="{0C883BDD-2856-F81F-1300-2B60FABA1A79}"/>
          </ac:picMkLst>
        </pc:picChg>
        <pc:picChg chg="add mod">
          <ac:chgData name="kuchipudiharini671@outlook.com" userId="9ad6786e19f0ceb9" providerId="LiveId" clId="{07EB8595-7C3B-4CD9-9EE2-EC36AFFF2EBA}" dt="2026-09-28T06:54:32.245" v="127" actId="1076"/>
          <ac:picMkLst>
            <pc:docMk/>
            <pc:sldMk cId="2886085080" sldId="270"/>
            <ac:picMk id="13" creationId="{F867F0C2-7EF9-7022-85E3-AF1243CB73AD}"/>
          </ac:picMkLst>
        </pc:picChg>
      </pc:sldChg>
    </pc:docChg>
  </pc:docChgLst>
  <pc:docChgLst>
    <pc:chgData name="sudeshna Tathireddy" userId="61f55bbbc4293f6b" providerId="LiveId" clId="{23511247-9FEF-47FC-93FE-1E56582E4006}"/>
    <pc:docChg chg="modSld">
      <pc:chgData name="sudeshna Tathireddy" userId="61f55bbbc4293f6b" providerId="LiveId" clId="{23511247-9FEF-47FC-93FE-1E56582E4006}" dt="2026-08-31T06:45:54.245" v="20" actId="123"/>
      <pc:docMkLst>
        <pc:docMk/>
      </pc:docMkLst>
      <pc:sldChg chg="modSp mod">
        <pc:chgData name="sudeshna Tathireddy" userId="61f55bbbc4293f6b" providerId="LiveId" clId="{23511247-9FEF-47FC-93FE-1E56582E4006}" dt="2026-08-31T06:42:31.228" v="6" actId="14100"/>
        <pc:sldMkLst>
          <pc:docMk/>
          <pc:sldMk cId="0" sldId="261"/>
        </pc:sldMkLst>
        <pc:spChg chg="mod">
          <ac:chgData name="sudeshna Tathireddy" userId="61f55bbbc4293f6b" providerId="LiveId" clId="{23511247-9FEF-47FC-93FE-1E56582E4006}" dt="2026-08-31T06:42:31.228" v="6" actId="14100"/>
          <ac:spMkLst>
            <pc:docMk/>
            <pc:sldMk cId="0" sldId="261"/>
            <ac:spMk id="5" creationId="{920D8996-297C-0E2A-395C-93BD4EABFE5A}"/>
          </ac:spMkLst>
        </pc:spChg>
      </pc:sldChg>
      <pc:sldChg chg="modSp mod">
        <pc:chgData name="sudeshna Tathireddy" userId="61f55bbbc4293f6b" providerId="LiveId" clId="{23511247-9FEF-47FC-93FE-1E56582E4006}" dt="2026-08-31T06:34:31.847" v="4" actId="2711"/>
        <pc:sldMkLst>
          <pc:docMk/>
          <pc:sldMk cId="1672422596" sldId="264"/>
        </pc:sldMkLst>
        <pc:spChg chg="mod">
          <ac:chgData name="sudeshna Tathireddy" userId="61f55bbbc4293f6b" providerId="LiveId" clId="{23511247-9FEF-47FC-93FE-1E56582E4006}" dt="2026-08-31T06:34:31.847" v="4" actId="2711"/>
          <ac:spMkLst>
            <pc:docMk/>
            <pc:sldMk cId="1672422596" sldId="264"/>
            <ac:spMk id="2" creationId="{00000000-0000-0000-0000-000000000000}"/>
          </ac:spMkLst>
        </pc:spChg>
      </pc:sldChg>
      <pc:sldChg chg="modSp mod">
        <pc:chgData name="sudeshna Tathireddy" userId="61f55bbbc4293f6b" providerId="LiveId" clId="{23511247-9FEF-47FC-93FE-1E56582E4006}" dt="2026-08-31T06:44:17.027" v="8" actId="123"/>
        <pc:sldMkLst>
          <pc:docMk/>
          <pc:sldMk cId="3441026644" sldId="265"/>
        </pc:sldMkLst>
        <pc:spChg chg="mod">
          <ac:chgData name="sudeshna Tathireddy" userId="61f55bbbc4293f6b" providerId="LiveId" clId="{23511247-9FEF-47FC-93FE-1E56582E4006}" dt="2026-08-31T06:44:17.027" v="8" actId="123"/>
          <ac:spMkLst>
            <pc:docMk/>
            <pc:sldMk cId="3441026644" sldId="265"/>
            <ac:spMk id="5" creationId="{F709F638-B5AB-A040-F12D-572C039D92D9}"/>
          </ac:spMkLst>
        </pc:spChg>
      </pc:sldChg>
      <pc:sldChg chg="modSp mod">
        <pc:chgData name="sudeshna Tathireddy" userId="61f55bbbc4293f6b" providerId="LiveId" clId="{23511247-9FEF-47FC-93FE-1E56582E4006}" dt="2026-08-31T06:45:54.245" v="20" actId="123"/>
        <pc:sldMkLst>
          <pc:docMk/>
          <pc:sldMk cId="106092222" sldId="267"/>
        </pc:sldMkLst>
        <pc:spChg chg="mod">
          <ac:chgData name="sudeshna Tathireddy" userId="61f55bbbc4293f6b" providerId="LiveId" clId="{23511247-9FEF-47FC-93FE-1E56582E4006}" dt="2026-08-31T06:45:54.245" v="20" actId="123"/>
          <ac:spMkLst>
            <pc:docMk/>
            <pc:sldMk cId="106092222" sldId="267"/>
            <ac:spMk id="5" creationId="{3313E600-4E4B-1489-0331-6814EB4F39D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8947" y="978568"/>
            <a:ext cx="8013551" cy="144380"/>
          </a:xfrm>
        </p:spPr>
        <p:txBody>
          <a:bodyPr/>
          <a:lstStyle/>
          <a:p>
            <a:pPr algn="l"/>
            <a:r>
              <a:rPr sz="2800" b="1" dirty="0">
                <a:latin typeface="Arial"/>
              </a:rPr>
              <a:t>Matrix Chain Multiplication Optimization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7395" y="1808783"/>
            <a:ext cx="4551284" cy="1396014"/>
          </a:xfrm>
        </p:spPr>
        <p:txBody>
          <a:bodyPr/>
          <a:lstStyle/>
          <a:p>
            <a:pPr algn="l"/>
            <a:r>
              <a:rPr sz="1800" dirty="0">
                <a:latin typeface="Arial"/>
              </a:rPr>
              <a:t>Data Structures and Algorithms -3 (25CS2103E)</a:t>
            </a: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Team Members</a:t>
            </a:r>
            <a:r>
              <a:rPr lang="en-IN" sz="1800" dirty="0">
                <a:latin typeface="Arial"/>
              </a:rPr>
              <a:t>:</a:t>
            </a:r>
          </a:p>
          <a:p>
            <a:pPr algn="l"/>
            <a:r>
              <a:rPr lang="en-IN" sz="1800" dirty="0">
                <a:latin typeface="Arial"/>
              </a:rPr>
              <a:t>K. Harini-2520030399</a:t>
            </a:r>
          </a:p>
          <a:p>
            <a:pPr algn="l"/>
            <a:r>
              <a:rPr lang="en-IN" sz="1800" dirty="0">
                <a:latin typeface="Arial"/>
              </a:rPr>
              <a:t>T.Sudeshna-2520030591</a:t>
            </a:r>
          </a:p>
          <a:p>
            <a:pPr algn="l"/>
            <a:r>
              <a:rPr lang="en-IN" sz="1800" dirty="0">
                <a:latin typeface="Arial"/>
              </a:rPr>
              <a:t>K.Kavya-2520030564</a:t>
            </a:r>
            <a:endParaRPr sz="1800" dirty="0">
              <a:latin typeface="Arial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Under the Esteemed Guidance of</a:t>
            </a:r>
          </a:p>
          <a:p>
            <a:pPr algn="l"/>
            <a:r>
              <a:rPr lang="en-IN" sz="1800" b="1" dirty="0">
                <a:latin typeface="Arial"/>
              </a:rPr>
              <a:t>           Dr. CH. Anuradha </a:t>
            </a:r>
          </a:p>
          <a:p>
            <a:pPr algn="l"/>
            <a:r>
              <a:rPr sz="1800" dirty="0">
                <a:latin typeface="Arial"/>
              </a:rPr>
              <a:t> </a:t>
            </a:r>
          </a:p>
          <a:p>
            <a:pPr algn="l"/>
            <a:endParaRPr sz="1800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>
                <a:latin typeface="Arial"/>
              </a:rPr>
              <a:t>Contents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A48FDF-A41C-B15D-613A-F328D5F0F9A3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Abstract</a:t>
            </a:r>
            <a:endParaRPr lang="en-IN" dirty="0">
              <a:latin typeface="+mj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Introduction</a:t>
            </a:r>
            <a:r>
              <a:rPr lang="en-IN" dirty="0">
                <a:latin typeface="+mj-lt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Literature Survey</a:t>
            </a:r>
            <a:r>
              <a:rPr lang="en-IN" dirty="0">
                <a:latin typeface="+mj-lt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Problem Statement and Objectives</a:t>
            </a:r>
            <a:r>
              <a:rPr lang="en-IN" dirty="0">
                <a:latin typeface="+mj-lt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Work Flow</a:t>
            </a:r>
            <a:r>
              <a:rPr lang="en-IN" dirty="0">
                <a:latin typeface="+mj-lt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Flow Chart</a:t>
            </a:r>
            <a:r>
              <a:rPr lang="en-IN" dirty="0">
                <a:latin typeface="+mj-lt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Results</a:t>
            </a:r>
            <a:r>
              <a:rPr lang="en-IN" dirty="0">
                <a:latin typeface="+mj-lt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Hardware and Software Requirements</a:t>
            </a:r>
            <a:r>
              <a:rPr lang="en-IN" dirty="0">
                <a:latin typeface="+mj-lt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Conclusion</a:t>
            </a:r>
            <a:endParaRPr lang="en-IN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>
                <a:latin typeface="Arial"/>
              </a:rPr>
              <a:t>Abstract</a:t>
            </a:r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07360" y="1330960"/>
            <a:ext cx="89204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dirty="0">
                <a:latin typeface="Arial"/>
              </a:rPr>
              <a:t>•</a:t>
            </a:r>
            <a:r>
              <a:rPr lang="en-IN" dirty="0"/>
              <a:t>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Our project finds the best order to multiply matrices. It uses Dynamic Programming to reduce the number of calculations.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• Different </a:t>
            </a:r>
            <a:r>
              <a:rPr sz="1800" dirty="0" err="1">
                <a:latin typeface="Arial"/>
              </a:rPr>
              <a:t>parenthesization</a:t>
            </a:r>
            <a:r>
              <a:rPr sz="1800" dirty="0">
                <a:latin typeface="Arial"/>
              </a:rPr>
              <a:t> orders can require significantly different scalar multiplications.</a:t>
            </a:r>
            <a:endParaRPr lang="en-IN" sz="1800" dirty="0">
              <a:latin typeface="Arial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• The tool accepts matrix dimensions and applies dynamic programming to find the minimum-cost order.</a:t>
            </a:r>
            <a:endParaRPr lang="en-IN" sz="1800" dirty="0">
              <a:latin typeface="Arial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• It generates the optimal </a:t>
            </a:r>
            <a:r>
              <a:rPr sz="1800" dirty="0" err="1">
                <a:latin typeface="Arial"/>
              </a:rPr>
              <a:t>parenthesization</a:t>
            </a:r>
            <a:r>
              <a:rPr sz="1800" dirty="0">
                <a:latin typeface="Arial"/>
              </a:rPr>
              <a:t> and minimum number of scalar multiplications.</a:t>
            </a:r>
            <a:endParaRPr lang="en-IN" sz="1800" dirty="0">
              <a:latin typeface="Arial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• Cost tables and split positions can be displayed to trace how the solution is obtained.</a:t>
            </a:r>
            <a:endParaRPr lang="en-IN" sz="1800" dirty="0">
              <a:latin typeface="Arial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• The tool provides a practical way to understand dynamic programming and algorithmic efficiency.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827549" y="36391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30072" y="36391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latin typeface="Arial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9CA14-395C-9798-FB9E-0357B36A1AAE}"/>
              </a:ext>
            </a:extLst>
          </p:cNvPr>
          <p:cNvSpPr txBox="1"/>
          <p:nvPr/>
        </p:nvSpPr>
        <p:spPr>
          <a:xfrm>
            <a:off x="3048000" y="1720840"/>
            <a:ext cx="87172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Matrix multiplication is associative, meaning matrices can be multiplied in different orders. </a:t>
            </a:r>
          </a:p>
          <a:p>
            <a:pPr lvl="0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However, different multiplication orders can have significantly different computational costs. </a:t>
            </a:r>
          </a:p>
          <a:p>
            <a:pPr lvl="0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Matrix Chain Multiplication determines the best order for multiplying a sequence of matrices. </a:t>
            </a:r>
          </a:p>
          <a:p>
            <a:pPr lvl="0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project provides an interactive tool to solve and visualize this optimization problem.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Dynamic Programming is used to systematically evaluate possible multiplication orders.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main goal is to reduce computational cost and improve efficiency.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36109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latin typeface="Arial"/>
              </a:rPr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D8996-297C-0E2A-395C-93BD4EABFE5A}"/>
              </a:ext>
            </a:extLst>
          </p:cNvPr>
          <p:cNvSpPr txBox="1"/>
          <p:nvPr/>
        </p:nvSpPr>
        <p:spPr>
          <a:xfrm>
            <a:off x="2462463" y="2250229"/>
            <a:ext cx="8890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Matrix Chain Multiplication is a fundamental problem in computer science and algorithm optimization.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problem can be solved by considering different possible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parenthesization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orders.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Evaluating every possible arrangement independently can require unnecessary computation.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Dynamic Programming reduces this complexity by storing and reusing intermediate results.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problem demonstrates the concepts of optimal substructure and problem decomposition.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proposed tool applies these concepts in a practical and interactive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>
                <a:latin typeface="Arial"/>
              </a:rPr>
              <a:t>Problem Statement and Objectives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9F638-B5AB-A040-F12D-572C039D92D9}"/>
              </a:ext>
            </a:extLst>
          </p:cNvPr>
          <p:cNvSpPr txBox="1"/>
          <p:nvPr/>
        </p:nvSpPr>
        <p:spPr>
          <a:xfrm>
            <a:off x="2660072" y="1988741"/>
            <a:ext cx="80365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 determine the optimal multiplication order for a given sequence of matrices such that the total number of scalar multiplications is minimized.</a:t>
            </a:r>
          </a:p>
          <a:p>
            <a:pPr algn="just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Objectives: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Accept matrix dimensions as input.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Apply Dynamic Programming to evaluate possible multiplication orders.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Find the minimum number of scalar multiplications.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Generate the optimal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parenthesization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Display cost tables and split positions.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Help users understand how Dynamic Programming solves the problem. 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222760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58952" y="221673"/>
            <a:ext cx="68718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latin typeface="Arial"/>
              </a:rPr>
              <a:t>WORK</a:t>
            </a:r>
            <a:r>
              <a:rPr sz="2800" dirty="0">
                <a:latin typeface="Arial"/>
              </a:rPr>
              <a:t> </a:t>
            </a:r>
            <a:r>
              <a:rPr lang="en-IN" sz="2800" dirty="0">
                <a:latin typeface="Arial"/>
              </a:rPr>
              <a:t>FLOW</a:t>
            </a:r>
          </a:p>
          <a:p>
            <a:pPr algn="l"/>
            <a:endParaRPr sz="2800" dirty="0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3ECAF-3D92-15D2-D6FE-268BE26F04FA}"/>
              </a:ext>
            </a:extLst>
          </p:cNvPr>
          <p:cNvSpPr txBox="1"/>
          <p:nvPr/>
        </p:nvSpPr>
        <p:spPr>
          <a:xfrm>
            <a:off x="3272588" y="1175780"/>
            <a:ext cx="587141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Enter Matrix Dimensions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Create Dynamic Programming Tables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Evaluate Possible Split Positions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Calculate Multiplication Costs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Store Minimum Cost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Trace Split Positions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Generate Optimal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Parenthesization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Display Minimum Cost and Results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E5FBD2C-4313-D336-06AD-DF03734CD4D6}"/>
              </a:ext>
            </a:extLst>
          </p:cNvPr>
          <p:cNvSpPr/>
          <p:nvPr/>
        </p:nvSpPr>
        <p:spPr>
          <a:xfrm>
            <a:off x="4033737" y="245737"/>
            <a:ext cx="4878503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dirty="0">
                <a:latin typeface="Arial"/>
              </a:rPr>
              <a:t>                  FLOW CHART</a:t>
            </a:r>
            <a:endParaRPr sz="1800" dirty="0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27708-4354-7B77-A405-2F110C47EEDF}"/>
              </a:ext>
            </a:extLst>
          </p:cNvPr>
          <p:cNvSpPr txBox="1"/>
          <p:nvPr/>
        </p:nvSpPr>
        <p:spPr>
          <a:xfrm>
            <a:off x="4828674" y="1323474"/>
            <a:ext cx="3288631" cy="4881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( START )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 /  Enter Matrix Data  /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   [ Initialize DP ]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 [ Calculate Costs ]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   ◇ Minimum Cost? ◇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[ Store Best Split ]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[ Optimal Order ]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 / Display Results /</a:t>
            </a:r>
          </a:p>
          <a:p>
            <a:r>
              <a:rPr lang="en-IN" dirty="0"/>
              <a:t>                  ↓</a:t>
            </a:r>
          </a:p>
          <a:p>
            <a:r>
              <a:rPr lang="en-IN" dirty="0"/>
              <a:t>               ( END )</a:t>
            </a:r>
          </a:p>
        </p:txBody>
      </p:sp>
    </p:spTree>
    <p:extLst>
      <p:ext uri="{BB962C8B-B14F-4D97-AF65-F5344CB8AC3E}">
        <p14:creationId xmlns:p14="http://schemas.microsoft.com/office/powerpoint/2010/main" val="1206673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8312" y="30572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latin typeface="Arial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3E600-4E4B-1489-0331-6814EB4F39DC}"/>
              </a:ext>
            </a:extLst>
          </p:cNvPr>
          <p:cNvSpPr txBox="1"/>
          <p:nvPr/>
        </p:nvSpPr>
        <p:spPr>
          <a:xfrm>
            <a:off x="2631440" y="1869500"/>
            <a:ext cx="9936480" cy="1818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tool identifies the optimal multiplication order for the given matrices.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calculates the minimum number of scalar multiplications required.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optimal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parenthesization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is generated and displayed.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Cost tables show the intermediate results obtained during Dynamic Programming.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Split positions help users trace how the optimal solution was obtained.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results demonstrate how Dynamic Programming reduces unnecessary computation. 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609C33-C8C6-EADB-F522-50FF5B8ADF18}"/>
              </a:ext>
            </a:extLst>
          </p:cNvPr>
          <p:cNvSpPr txBox="1"/>
          <p:nvPr/>
        </p:nvSpPr>
        <p:spPr>
          <a:xfrm>
            <a:off x="5309937" y="2904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OUTPUTS</a:t>
            </a:r>
          </a:p>
        </p:txBody>
      </p:sp>
      <p:pic>
        <p:nvPicPr>
          <p:cNvPr id="9" name="Picture 8" descr="The image shows a console screen displaying a Java program that calculates the optimal order for multiplying a sequence of matrices, with input dimensions for five matrices.&#10;&#10;AI-generated content may be incorrect.">
            <a:extLst>
              <a:ext uri="{FF2B5EF4-FFF2-40B4-BE49-F238E27FC236}">
                <a16:creationId xmlns:a16="http://schemas.microsoft.com/office/drawing/2014/main" id="{D976DAD0-8315-016A-2B44-202579BA4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7" y="930442"/>
            <a:ext cx="3977523" cy="3344379"/>
          </a:xfrm>
          <a:prstGeom prst="rect">
            <a:avLst/>
          </a:prstGeom>
        </p:spPr>
      </p:pic>
      <p:pic>
        <p:nvPicPr>
          <p:cNvPr id="11" name="Picture 10" descr="The image displays an optimization result for a computational task, detailing the minimum scalar multiplications (512,000), the optimal parenthesization (((A1 X A2) X A3) X A4), execution time (0.0404 ms), and a cost table for variables A1 through A4.&#10;&#10;AI-generated content may be incorrect.">
            <a:extLst>
              <a:ext uri="{FF2B5EF4-FFF2-40B4-BE49-F238E27FC236}">
                <a16:creationId xmlns:a16="http://schemas.microsoft.com/office/drawing/2014/main" id="{0C883BDD-2856-F81F-1300-2B60FABA1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399" y="818147"/>
            <a:ext cx="5354160" cy="2915323"/>
          </a:xfrm>
          <a:prstGeom prst="rect">
            <a:avLst/>
          </a:prstGeom>
        </p:spPr>
      </p:pic>
      <p:pic>
        <p:nvPicPr>
          <p:cNvPr id="13" name="Picture 12" descr="The image displays a comparison of two algorithms: Naￃﾯve Recursive and Dynamic Programming. The Naￃﾯve Recursive approach has a cost of 512,000 and a runtime of 0.0091 milliseconds, and it passed verification. In contrast, Dynamic Programming has a time complexity of O(n^3) and a space complexity of O(n^2). The Naￃﾯve Recursive approach has a runtime of 0(2^n).&#10;&#10;AI-generated content may be incorrect.">
            <a:extLst>
              <a:ext uri="{FF2B5EF4-FFF2-40B4-BE49-F238E27FC236}">
                <a16:creationId xmlns:a16="http://schemas.microsoft.com/office/drawing/2014/main" id="{F867F0C2-7EF9-7022-85E3-AF1243CB7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938" y="4274821"/>
            <a:ext cx="4442739" cy="252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085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>
                <a:latin typeface="Arial"/>
              </a:rPr>
              <a:t>Hardware and Software Requirements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CFC3F-D4A3-FE42-7346-3BF0FA4C03A9}"/>
              </a:ext>
            </a:extLst>
          </p:cNvPr>
          <p:cNvSpPr txBox="1"/>
          <p:nvPr/>
        </p:nvSpPr>
        <p:spPr>
          <a:xfrm>
            <a:off x="3048000" y="18593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Hardware Requirements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Computer/Laptop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Keyboard and Mouse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Sufficient RAM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Sufficient Storage </a:t>
            </a:r>
          </a:p>
          <a:p>
            <a:pPr lvl="0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Software Requirements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Operating System: Windows / Linux / macOS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Programming Environment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Development IDE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Application interface for entering matrix dimensions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Tool for displaying optimization results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831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latin typeface="Arial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1DF07A-1130-06C7-9225-7C9641705238}"/>
              </a:ext>
            </a:extLst>
          </p:cNvPr>
          <p:cNvSpPr txBox="1"/>
          <p:nvPr/>
        </p:nvSpPr>
        <p:spPr>
          <a:xfrm>
            <a:off x="3048000" y="158234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Matrix Chain Multiplication Optimization Tool provides an efficient solution for finding the minimum-cost multiplication order.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Dynamic Programming is used to systematically solve the optimization problem.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tool generates the optimal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parenthesization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and minimum multiplication cost.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Cost tables and split positions make the optimization process easier to understand.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project demonstrates the practical application of Dynamic Programming.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highlights how problem decomposition can improve computational efficiency.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831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latin typeface="Arial"/>
              </a:rPr>
              <a:t>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41696A-D981-BF5A-7C47-9AFC69040EA2}"/>
              </a:ext>
            </a:extLst>
          </p:cNvPr>
          <p:cNvSpPr txBox="1"/>
          <p:nvPr/>
        </p:nvSpPr>
        <p:spPr>
          <a:xfrm>
            <a:off x="3048000" y="199783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Add step-by-step visualization of the Dynamic Programming process.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Provide interactive visualization of cost tables and split positions.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Support larger sequences of matrices.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Add performance comparison between Dynamic Programming and brute-force approaches.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Improve the user interface for easier learning and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Extend the tool into a broader educational platform for algorithm optimization.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>
                <a:latin typeface="Arial"/>
              </a:rPr>
              <a:t>Thank You</a:t>
            </a:r>
            <a:endParaRPr 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35000" y="1905000"/>
            <a:ext cx="7874000" cy="444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Arial"/>
              </a:rPr>
              <a:t>Thank You</a:t>
            </a:r>
          </a:p>
          <a:p>
            <a:pPr algn="l"/>
            <a:endParaRPr sz="1800">
              <a:latin typeface="Arial"/>
            </a:endParaRPr>
          </a:p>
          <a:p>
            <a:pPr algn="l"/>
            <a:r>
              <a:rPr sz="1800">
                <a:latin typeface="Arial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732</Words>
  <Application>Microsoft Office PowerPoint</Application>
  <PresentationFormat>Widescreen</PresentationFormat>
  <Paragraphs>140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 Light</vt:lpstr>
      <vt:lpstr>Office Theme</vt:lpstr>
      <vt:lpstr>Matrix Chain Multiplication Optimization Tool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kuchipudiharini671@outlook.com</cp:lastModifiedBy>
  <cp:revision>20</cp:revision>
  <dcterms:created xsi:type="dcterms:W3CDTF">2024-08-29T05:25:00Z</dcterms:created>
  <dcterms:modified xsi:type="dcterms:W3CDTF">2026-09-28T07:11:46Z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